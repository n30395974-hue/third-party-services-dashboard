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db363d3-9d73-60fd-c5b0-b21a00408c23}">
          <p14:sldIdLst>
            <p14:sldId id="256"/>
            <p14:sldId id="257"/>
          </p14:sldIdLst>
        </p14:section>
        <p14:section name="Services &amp; data" id="{26d0f0bf-dcd3-c4c6-929c-8d16214cfdf0}">
          <p14:sldIdLst>
            <p14:sldId id="258"/>
            <p14:sldId id="259"/>
          </p14:sldIdLst>
        </p14:section>
        <p14:section name="Storage &amp; skill" id="{5ac8ee4e-f4cc-5d13-79c3-b660f9baba7b}">
          <p14:sldIdLst>
            <p14:sldId id="260"/>
            <p14:sldId id="261"/>
          </p14:sldIdLst>
        </p14:section>
        <p14:section name="Dashboard" id="{ab844850-8c9f-220b-280a-6abd7e990396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2de2c9bc-943e-181c-e98b-ac8edff3d8d5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connect Claude Code to Gmail, GitHub, Notion and Slack through their official MCP servers, download test data into local files with a documented format, and search it all from one local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pipeline left to right. The key idea: MCP servers are the bridge, the skill makes downloads consistent, the format spec makes the data predictable, and the dashboard only reads local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official servers, maintained by each vendor. No API keys are stored in the repo: Notion and Slack use OAuth, Gmail uses a Google OAuth client whose secret lives in the system keychain, and GitHub reads a token from an environment variable.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the 10+ figures to your real counts. Mention that real personal accounts were never connected, because the repo is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metadata.json holds the structured metadata (from, to, subject, date for email; owner, visibility, dates for repos; and so on), and content.md holds the readable body. The ID part of the folder name is a hash of the service's own ID, which is why a re-download lands in the same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skill lives in .claude/skills/download-service-data. The scripts are what make it repeatable: Claude decides what to download, but the code decides how it's written to disk.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search that returns results from every service. The dashboard reads only the local dataExports folder; it doesn't contact the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original Gmail item in the test account. Right: the same item found in the dashboard, with the Gmail label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original GitHub item in the test account. Right: the same item found in the dashboard, with the GitHub label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original Notion item in the test account. Right: the same item found in the dashboard, with the Notion label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original Slack item in the test account. Right: the same item found in the dashboard, with the Slack label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point back to the assignment's security requirements: no passwords, API keys, tokens, or OAuth secrets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demo video, or do it live: log in to one service, ask Claude Code to download from it, start the dashboard, and search for something you know is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Third-Party Services Dashboard · HW2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Third-Party Services Dashboard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Claude Code + official MCP servers → local data exports → one search box</a:t>
            </a:r>
            <a:endParaRPr lang="en-US" sz="2000" dirty="0"/>
          </a:p>
        </p:txBody>
      </p:sp>
      <p:sp>
        <p:nvSpPr>
          <p:cNvPr id="4" name="Byline"/>
          <p:cNvSpPr txBox="1"/>
          <p:nvPr/>
        </p:nvSpPr>
        <p:spPr>
          <a:xfrm>
            <a:off x="731520" y="4069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Noah Beitler  ·  AI Assisted Development of Products and Services  ·  HW2</a:t>
            </a:r>
            <a:endParaRPr lang="en-US" sz="1400" dirty="0"/>
          </a:p>
        </p:txBody>
      </p:sp>
      <p:sp>
        <p:nvSpPr>
          <p:cNvPr id="5" name="Gmail circle"/>
          <p:cNvSpPr/>
          <p:nvPr/>
        </p:nvSpPr>
        <p:spPr>
          <a:xfrm>
            <a:off x="731520" y="5029200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Gmai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193792"/>
            <a:ext cx="329184" cy="329184"/>
          </a:xfrm>
          <a:prstGeom prst="rect">
            <a:avLst/>
          </a:prstGeom>
        </p:spPr>
      </p:pic>
      <p:sp>
        <p:nvSpPr>
          <p:cNvPr id="7" name="GitHub circle"/>
          <p:cNvSpPr/>
          <p:nvPr/>
        </p:nvSpPr>
        <p:spPr>
          <a:xfrm>
            <a:off x="1600200" y="502920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GitHub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5193792"/>
            <a:ext cx="329184" cy="329184"/>
          </a:xfrm>
          <a:prstGeom prst="rect">
            <a:avLst/>
          </a:prstGeom>
        </p:spPr>
      </p:pic>
      <p:sp>
        <p:nvSpPr>
          <p:cNvPr id="9" name="Notion circle"/>
          <p:cNvSpPr/>
          <p:nvPr/>
        </p:nvSpPr>
        <p:spPr>
          <a:xfrm>
            <a:off x="2468880" y="5029200"/>
            <a:ext cx="658368" cy="65836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No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472" y="5193792"/>
            <a:ext cx="329184" cy="329184"/>
          </a:xfrm>
          <a:prstGeom prst="rect">
            <a:avLst/>
          </a:prstGeom>
        </p:spPr>
      </p:pic>
      <p:sp>
        <p:nvSpPr>
          <p:cNvPr id="11" name="Slack circle"/>
          <p:cNvSpPr/>
          <p:nvPr/>
        </p:nvSpPr>
        <p:spPr>
          <a:xfrm>
            <a:off x="3337560" y="5029200"/>
            <a:ext cx="658368" cy="65836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Slac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5193792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it works: four steps from service to search</a:t>
            </a:r>
            <a:endParaRPr lang="en-US" sz="3200" dirty="0"/>
          </a:p>
        </p:txBody>
      </p:sp>
      <p:sp>
        <p:nvSpPr>
          <p:cNvPr id="3" name="Step 1 card"/>
          <p:cNvSpPr/>
          <p:nvPr/>
        </p:nvSpPr>
        <p:spPr>
          <a:xfrm>
            <a:off x="568300" y="1737360"/>
            <a:ext cx="2468880" cy="329184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4" name="Step 1 circle"/>
          <p:cNvSpPr/>
          <p:nvPr/>
        </p:nvSpPr>
        <p:spPr>
          <a:xfrm>
            <a:off x="888340" y="20574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251710"/>
            <a:ext cx="388620" cy="388620"/>
          </a:xfrm>
          <a:prstGeom prst="rect">
            <a:avLst/>
          </a:prstGeom>
        </p:spPr>
      </p:pic>
      <p:sp>
        <p:nvSpPr>
          <p:cNvPr id="6" name="Step 1 number"/>
          <p:cNvSpPr txBox="1"/>
          <p:nvPr/>
        </p:nvSpPr>
        <p:spPr>
          <a:xfrm>
            <a:off x="2259940" y="2057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7" name="Step 1 text"/>
          <p:cNvSpPr txBox="1"/>
          <p:nvPr/>
        </p:nvSpPr>
        <p:spPr>
          <a:xfrm>
            <a:off x="888340" y="306324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Connect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Official MCP servers for each service, configured in .mcp.json</a:t>
            </a:r>
            <a:endParaRPr lang="en-US" sz="2200" dirty="0"/>
          </a:p>
        </p:txBody>
      </p:sp>
      <p:pic>
        <p:nvPicPr>
          <p:cNvPr id="8" name="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760" y="3255264"/>
            <a:ext cx="256032" cy="256032"/>
          </a:xfrm>
          <a:prstGeom prst="rect">
            <a:avLst/>
          </a:prstGeom>
        </p:spPr>
      </p:pic>
      <p:sp>
        <p:nvSpPr>
          <p:cNvPr id="9" name="Step 2 card"/>
          <p:cNvSpPr/>
          <p:nvPr/>
        </p:nvSpPr>
        <p:spPr>
          <a:xfrm>
            <a:off x="3430372" y="1737360"/>
            <a:ext cx="2468880" cy="329184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0" name="Step 2 circle"/>
          <p:cNvSpPr/>
          <p:nvPr/>
        </p:nvSpPr>
        <p:spPr>
          <a:xfrm>
            <a:off x="3750412" y="20574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ep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722" y="2251710"/>
            <a:ext cx="388620" cy="388620"/>
          </a:xfrm>
          <a:prstGeom prst="rect">
            <a:avLst/>
          </a:prstGeom>
        </p:spPr>
      </p:pic>
      <p:sp>
        <p:nvSpPr>
          <p:cNvPr id="12" name="Step 2 number"/>
          <p:cNvSpPr txBox="1"/>
          <p:nvPr/>
        </p:nvSpPr>
        <p:spPr>
          <a:xfrm>
            <a:off x="5122012" y="2057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13" name="Step 2 text"/>
          <p:cNvSpPr txBox="1"/>
          <p:nvPr/>
        </p:nvSpPr>
        <p:spPr>
          <a:xfrm>
            <a:off x="3750412" y="306324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Download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Ask Claude Code in plain English; the project skill does the rest</a:t>
            </a:r>
            <a:endParaRPr lang="en-US" sz="2200" dirty="0"/>
          </a:p>
        </p:txBody>
      </p:sp>
      <p:pic>
        <p:nvPicPr>
          <p:cNvPr id="14" name="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3255264"/>
            <a:ext cx="256032" cy="256032"/>
          </a:xfrm>
          <a:prstGeom prst="rect">
            <a:avLst/>
          </a:prstGeom>
        </p:spPr>
      </p:pic>
      <p:sp>
        <p:nvSpPr>
          <p:cNvPr id="15" name="Step 3 card"/>
          <p:cNvSpPr/>
          <p:nvPr/>
        </p:nvSpPr>
        <p:spPr>
          <a:xfrm>
            <a:off x="6292444" y="1737360"/>
            <a:ext cx="2468880" cy="329184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16" name="Step 3 circle"/>
          <p:cNvSpPr/>
          <p:nvPr/>
        </p:nvSpPr>
        <p:spPr>
          <a:xfrm>
            <a:off x="6612484" y="20574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ep 3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794" y="2251710"/>
            <a:ext cx="388620" cy="388620"/>
          </a:xfrm>
          <a:prstGeom prst="rect">
            <a:avLst/>
          </a:prstGeom>
        </p:spPr>
      </p:pic>
      <p:sp>
        <p:nvSpPr>
          <p:cNvPr id="18" name="Step 3 number"/>
          <p:cNvSpPr txBox="1"/>
          <p:nvPr/>
        </p:nvSpPr>
        <p:spPr>
          <a:xfrm>
            <a:off x="7984084" y="2057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9" name="Step 3 text"/>
          <p:cNvSpPr txBox="1"/>
          <p:nvPr/>
        </p:nvSpPr>
        <p:spPr>
          <a:xfrm>
            <a:off x="6612484" y="306324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Store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dataExports/, one folder per item, format in localStorageFormats.md</a:t>
            </a:r>
            <a:endParaRPr lang="en-US" sz="2200" dirty="0"/>
          </a:p>
        </p:txBody>
      </p:sp>
      <p:pic>
        <p:nvPicPr>
          <p:cNvPr id="20" name="Arrow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904" y="3255264"/>
            <a:ext cx="256032" cy="256032"/>
          </a:xfrm>
          <a:prstGeom prst="rect">
            <a:avLst/>
          </a:prstGeom>
        </p:spPr>
      </p:pic>
      <p:sp>
        <p:nvSpPr>
          <p:cNvPr id="21" name="Step 4 card"/>
          <p:cNvSpPr/>
          <p:nvPr/>
        </p:nvSpPr>
        <p:spPr>
          <a:xfrm>
            <a:off x="9154516" y="1737360"/>
            <a:ext cx="2468880" cy="329184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/>
        </p:spPr>
      </p:sp>
      <p:sp>
        <p:nvSpPr>
          <p:cNvPr id="22" name="Step 4 circle"/>
          <p:cNvSpPr/>
          <p:nvPr/>
        </p:nvSpPr>
        <p:spPr>
          <a:xfrm>
            <a:off x="9474556" y="205740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Step 4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8866" y="2251710"/>
            <a:ext cx="388620" cy="388620"/>
          </a:xfrm>
          <a:prstGeom prst="rect">
            <a:avLst/>
          </a:prstGeom>
        </p:spPr>
      </p:pic>
      <p:sp>
        <p:nvSpPr>
          <p:cNvPr id="24" name="Step 4 number"/>
          <p:cNvSpPr txBox="1"/>
          <p:nvPr/>
        </p:nvSpPr>
        <p:spPr>
          <a:xfrm>
            <a:off x="10846156" y="2057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25" name="Step 4 text"/>
          <p:cNvSpPr txBox="1"/>
          <p:nvPr/>
        </p:nvSpPr>
        <p:spPr>
          <a:xfrm>
            <a:off x="9474556" y="306324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Search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 local dashboard searches every service at once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Four services, all through official vendor MCP servers</a:t>
            </a:r>
            <a:endParaRPr lang="en-US" sz="3200" dirty="0"/>
          </a:p>
        </p:txBody>
      </p:sp>
      <p:sp>
        <p:nvSpPr>
          <p:cNvPr id="3" name="Gmail card"/>
          <p:cNvSpPr/>
          <p:nvPr/>
        </p:nvSpPr>
        <p:spPr>
          <a:xfrm>
            <a:off x="568300" y="1463040"/>
            <a:ext cx="2606040" cy="38404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4" name="Gmail circle"/>
          <p:cNvSpPr/>
          <p:nvPr/>
        </p:nvSpPr>
        <p:spPr>
          <a:xfrm>
            <a:off x="842620" y="17830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Gmai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360" y="1988820"/>
            <a:ext cx="411480" cy="411480"/>
          </a:xfrm>
          <a:prstGeom prst="rect">
            <a:avLst/>
          </a:prstGeom>
        </p:spPr>
      </p:pic>
      <p:sp>
        <p:nvSpPr>
          <p:cNvPr id="6" name="Gmail name"/>
          <p:cNvSpPr txBox="1"/>
          <p:nvPr/>
        </p:nvSpPr>
        <p:spPr>
          <a:xfrm>
            <a:off x="842620" y="2788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Gmail</a:t>
            </a:r>
            <a:endParaRPr lang="en-US" sz="2400" dirty="0"/>
          </a:p>
        </p:txBody>
      </p:sp>
      <p:sp>
        <p:nvSpPr>
          <p:cNvPr id="7" name="Gmail details"/>
          <p:cNvSpPr txBox="1"/>
          <p:nvPr/>
        </p:nvSpPr>
        <p:spPr>
          <a:xfrm>
            <a:off x="842620" y="33832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Endpoint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gmailmcp.googleapis.com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/mcp/v1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Sign-in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Google OAuth client in a test Cloud project</a:t>
            </a:r>
            <a:endParaRPr lang="en-US" sz="1200" dirty="0"/>
          </a:p>
        </p:txBody>
      </p:sp>
      <p:sp>
        <p:nvSpPr>
          <p:cNvPr id="8" name="GitHub card"/>
          <p:cNvSpPr/>
          <p:nvPr/>
        </p:nvSpPr>
        <p:spPr>
          <a:xfrm>
            <a:off x="3384652" y="1463040"/>
            <a:ext cx="2606040" cy="38404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9" name="GitHub circle"/>
          <p:cNvSpPr/>
          <p:nvPr/>
        </p:nvSpPr>
        <p:spPr>
          <a:xfrm>
            <a:off x="3658972" y="178308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GitHub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712" y="1988820"/>
            <a:ext cx="411480" cy="411480"/>
          </a:xfrm>
          <a:prstGeom prst="rect">
            <a:avLst/>
          </a:prstGeom>
        </p:spPr>
      </p:pic>
      <p:sp>
        <p:nvSpPr>
          <p:cNvPr id="11" name="GitHub name"/>
          <p:cNvSpPr txBox="1"/>
          <p:nvPr/>
        </p:nvSpPr>
        <p:spPr>
          <a:xfrm>
            <a:off x="3658972" y="2788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GitHub</a:t>
            </a:r>
            <a:endParaRPr lang="en-US" sz="2400" dirty="0"/>
          </a:p>
        </p:txBody>
      </p:sp>
      <p:sp>
        <p:nvSpPr>
          <p:cNvPr id="12" name="GitHub details"/>
          <p:cNvSpPr txBox="1"/>
          <p:nvPr/>
        </p:nvSpPr>
        <p:spPr>
          <a:xfrm>
            <a:off x="3658972" y="33832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Endpoint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api.githubcopilot.com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Sign-in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Fine-grained, read-only token in ${GITHUB_PAT}</a:t>
            </a:r>
            <a:endParaRPr lang="en-US" sz="1200" dirty="0"/>
          </a:p>
        </p:txBody>
      </p:sp>
      <p:sp>
        <p:nvSpPr>
          <p:cNvPr id="13" name="Notion card"/>
          <p:cNvSpPr/>
          <p:nvPr/>
        </p:nvSpPr>
        <p:spPr>
          <a:xfrm>
            <a:off x="6201004" y="1463040"/>
            <a:ext cx="2606040" cy="38404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4" name="Notion circle"/>
          <p:cNvSpPr/>
          <p:nvPr/>
        </p:nvSpPr>
        <p:spPr>
          <a:xfrm>
            <a:off x="6475324" y="178308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Not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064" y="1988820"/>
            <a:ext cx="411480" cy="411480"/>
          </a:xfrm>
          <a:prstGeom prst="rect">
            <a:avLst/>
          </a:prstGeom>
        </p:spPr>
      </p:pic>
      <p:sp>
        <p:nvSpPr>
          <p:cNvPr id="16" name="Notion name"/>
          <p:cNvSpPr txBox="1"/>
          <p:nvPr/>
        </p:nvSpPr>
        <p:spPr>
          <a:xfrm>
            <a:off x="6475324" y="2788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Notion</a:t>
            </a:r>
            <a:endParaRPr lang="en-US" sz="2400" dirty="0"/>
          </a:p>
        </p:txBody>
      </p:sp>
      <p:sp>
        <p:nvSpPr>
          <p:cNvPr id="17" name="Notion details"/>
          <p:cNvSpPr txBox="1"/>
          <p:nvPr/>
        </p:nvSpPr>
        <p:spPr>
          <a:xfrm>
            <a:off x="6475324" y="33832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Endpoint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mcp.notion.com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Sign-in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OAuth sign-in through /mcp</a:t>
            </a:r>
            <a:endParaRPr lang="en-US" sz="1200" dirty="0"/>
          </a:p>
        </p:txBody>
      </p:sp>
      <p:sp>
        <p:nvSpPr>
          <p:cNvPr id="18" name="Slack card"/>
          <p:cNvSpPr/>
          <p:nvPr/>
        </p:nvSpPr>
        <p:spPr>
          <a:xfrm>
            <a:off x="9017356" y="1463040"/>
            <a:ext cx="2606040" cy="38404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9" name="Slack circle"/>
          <p:cNvSpPr/>
          <p:nvPr/>
        </p:nvSpPr>
        <p:spPr>
          <a:xfrm>
            <a:off x="9291676" y="178308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Slack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416" y="1988820"/>
            <a:ext cx="411480" cy="411480"/>
          </a:xfrm>
          <a:prstGeom prst="rect">
            <a:avLst/>
          </a:prstGeom>
        </p:spPr>
      </p:pic>
      <p:sp>
        <p:nvSpPr>
          <p:cNvPr id="21" name="Slack extra tag"/>
          <p:cNvSpPr/>
          <p:nvPr/>
        </p:nvSpPr>
        <p:spPr>
          <a:xfrm>
            <a:off x="10297516" y="2011680"/>
            <a:ext cx="1097280" cy="365760"/>
          </a:xfrm>
          <a:prstGeom prst="roundRect">
            <a:avLst>
              <a:gd name="adj" fmla="val 37500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Extra service</a:t>
            </a:r>
            <a:endParaRPr lang="en-US" sz="1000" dirty="0"/>
          </a:p>
        </p:txBody>
      </p:sp>
      <p:sp>
        <p:nvSpPr>
          <p:cNvPr id="22" name="Slack name"/>
          <p:cNvSpPr txBox="1"/>
          <p:nvPr/>
        </p:nvSpPr>
        <p:spPr>
          <a:xfrm>
            <a:off x="9291676" y="27889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Slack</a:t>
            </a:r>
            <a:endParaRPr lang="en-US" sz="2400" dirty="0"/>
          </a:p>
        </p:txBody>
      </p:sp>
      <p:sp>
        <p:nvSpPr>
          <p:cNvPr id="23" name="Slack details"/>
          <p:cNvSpPr txBox="1"/>
          <p:nvPr/>
        </p:nvSpPr>
        <p:spPr>
          <a:xfrm>
            <a:off x="9291676" y="338328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Endpoint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mcp.slack.com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/mcp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Sign-in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OAuth sign-in through /mcp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 accounts with realistic data, nothing personal</a:t>
            </a:r>
            <a:endParaRPr lang="en-US" sz="3200" dirty="0"/>
          </a:p>
        </p:txBody>
      </p:sp>
      <p:sp>
        <p:nvSpPr>
          <p:cNvPr id="3" name="Gmail count"/>
          <p:cNvSpPr txBox="1"/>
          <p:nvPr/>
        </p:nvSpPr>
        <p:spPr>
          <a:xfrm>
            <a:off x="568300" y="1600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2"/>
                </a:solidFill>
              </a:rPr>
              <a:t>10+</a:t>
            </a:r>
            <a:endParaRPr lang="en-US" sz="6400" dirty="0"/>
          </a:p>
        </p:txBody>
      </p:sp>
      <p:sp>
        <p:nvSpPr>
          <p:cNvPr id="4" name="Gmail label"/>
          <p:cNvSpPr txBox="1"/>
          <p:nvPr/>
        </p:nvSpPr>
        <p:spPr>
          <a:xfrm>
            <a:off x="568300" y="2743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emails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Gmail · fresh Gmail account</a:t>
            </a:r>
            <a:endParaRPr lang="en-US" sz="1800" dirty="0"/>
          </a:p>
        </p:txBody>
      </p:sp>
      <p:sp>
        <p:nvSpPr>
          <p:cNvPr id="5" name="GitHub count"/>
          <p:cNvSpPr txBox="1"/>
          <p:nvPr/>
        </p:nvSpPr>
        <p:spPr>
          <a:xfrm>
            <a:off x="3384652" y="1600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3"/>
                </a:solidFill>
              </a:rPr>
              <a:t>10+</a:t>
            </a:r>
            <a:endParaRPr lang="en-US" sz="6400" dirty="0"/>
          </a:p>
        </p:txBody>
      </p:sp>
      <p:sp>
        <p:nvSpPr>
          <p:cNvPr id="6" name="GitHub label"/>
          <p:cNvSpPr txBox="1"/>
          <p:nvPr/>
        </p:nvSpPr>
        <p:spPr>
          <a:xfrm>
            <a:off x="3384652" y="2743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repos &amp; issues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GitHub · separate GitHub account</a:t>
            </a:r>
            <a:endParaRPr lang="en-US" sz="1800" dirty="0"/>
          </a:p>
        </p:txBody>
      </p:sp>
      <p:sp>
        <p:nvSpPr>
          <p:cNvPr id="7" name="Notion count"/>
          <p:cNvSpPr txBox="1"/>
          <p:nvPr/>
        </p:nvSpPr>
        <p:spPr>
          <a:xfrm>
            <a:off x="6201004" y="1600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4"/>
                </a:solidFill>
              </a:rPr>
              <a:t>10+</a:t>
            </a:r>
            <a:endParaRPr lang="en-US" sz="6400" dirty="0"/>
          </a:p>
        </p:txBody>
      </p:sp>
      <p:sp>
        <p:nvSpPr>
          <p:cNvPr id="8" name="Notion label"/>
          <p:cNvSpPr txBox="1"/>
          <p:nvPr/>
        </p:nvSpPr>
        <p:spPr>
          <a:xfrm>
            <a:off x="6201004" y="2743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pages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Notion · new Notion workspace</a:t>
            </a:r>
            <a:endParaRPr lang="en-US" sz="1800" dirty="0"/>
          </a:p>
        </p:txBody>
      </p:sp>
      <p:sp>
        <p:nvSpPr>
          <p:cNvPr id="9" name="Slack count"/>
          <p:cNvSpPr txBox="1"/>
          <p:nvPr/>
        </p:nvSpPr>
        <p:spPr>
          <a:xfrm>
            <a:off x="9017356" y="1600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chemeClr val="accent5"/>
                </a:solidFill>
              </a:rPr>
              <a:t>10+</a:t>
            </a:r>
            <a:endParaRPr lang="en-US" sz="6400" dirty="0"/>
          </a:p>
        </p:txBody>
      </p:sp>
      <p:sp>
        <p:nvSpPr>
          <p:cNvPr id="10" name="Slack label"/>
          <p:cNvSpPr txBox="1"/>
          <p:nvPr/>
        </p:nvSpPr>
        <p:spPr>
          <a:xfrm>
            <a:off x="9017356" y="27432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messages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Slack · new Slack workspace</a:t>
            </a:r>
            <a:endParaRPr lang="en-US" sz="1800" dirty="0"/>
          </a:p>
        </p:txBody>
      </p:sp>
      <p:sp>
        <p:nvSpPr>
          <p:cNvPr id="11" name="Accounts callout"/>
          <p:cNvSpPr/>
          <p:nvPr/>
        </p:nvSpPr>
        <p:spPr>
          <a:xfrm>
            <a:off x="548640" y="4069080"/>
            <a:ext cx="11064240" cy="123444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2" name="Accounts circle"/>
          <p:cNvSpPr/>
          <p:nvPr/>
        </p:nvSpPr>
        <p:spPr>
          <a:xfrm>
            <a:off x="868680" y="44074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Account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4549140"/>
            <a:ext cx="283464" cy="283464"/>
          </a:xfrm>
          <a:prstGeom prst="rect">
            <a:avLst/>
          </a:prstGeom>
        </p:spPr>
      </p:pic>
      <p:sp>
        <p:nvSpPr>
          <p:cNvPr id="14" name="Accounts text"/>
          <p:cNvSpPr txBox="1"/>
          <p:nvPr/>
        </p:nvSpPr>
        <p:spPr>
          <a:xfrm>
            <a:off x="1645920" y="4352544"/>
            <a:ext cx="9738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Throwaway accounts made only for this assignment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Test data was created in a separate Claude Code conversation, then cleared with /clear before any downloading.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Every item is one folder: metadata.json + content.md</a:t>
            </a:r>
            <a:endParaRPr lang="en-US" sz="3200" dirty="0"/>
          </a:p>
        </p:txBody>
      </p:sp>
      <p:sp>
        <p:nvSpPr>
          <p:cNvPr id="3" name="Folder tree panel"/>
          <p:cNvSpPr/>
          <p:nvPr/>
        </p:nvSpPr>
        <p:spPr>
          <a:xfrm>
            <a:off x="548640" y="1508760"/>
            <a:ext cx="5394960" cy="3611880"/>
          </a:xfrm>
          <a:prstGeom prst="roundRect">
            <a:avLst>
              <a:gd name="adj" fmla="val 3797"/>
            </a:avLst>
          </a:prstGeom>
          <a:solidFill>
            <a:schemeClr val="tx1"/>
          </a:solidFill>
          <a:ln/>
        </p:spPr>
      </p:sp>
      <p:sp>
        <p:nvSpPr>
          <p:cNvPr id="4" name="Folder tree"/>
          <p:cNvSpPr txBox="1"/>
          <p:nvPr/>
        </p:nvSpPr>
        <p:spPr>
          <a:xfrm>
            <a:off x="868680" y="17830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dataExports/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gmail/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_export-log.jsonl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2026-10-19_08-15-59__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joe-at-example-dot-com__5289bf79/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metadata.json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content.md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github/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notion/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slack/</a:t>
            </a:r>
            <a:endParaRPr lang="en-US" sz="1400" dirty="0"/>
          </a:p>
        </p:txBody>
      </p:sp>
      <p:sp>
        <p:nvSpPr>
          <p:cNvPr id="5" name="Rule 1 circle"/>
          <p:cNvSpPr/>
          <p:nvPr/>
        </p:nvSpPr>
        <p:spPr>
          <a:xfrm>
            <a:off x="640080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Rul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2532" y="1741932"/>
            <a:ext cx="283464" cy="283464"/>
          </a:xfrm>
          <a:prstGeom prst="rect">
            <a:avLst/>
          </a:prstGeom>
        </p:spPr>
      </p:pic>
      <p:sp>
        <p:nvSpPr>
          <p:cNvPr id="7" name="Rule 1 text"/>
          <p:cNvSpPr txBox="1"/>
          <p:nvPr/>
        </p:nvSpPr>
        <p:spPr>
          <a:xfrm>
            <a:off x="7178040" y="1545336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Timestamp + name + short ID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Folder names sort by date, say what's inside, and never collide.</a:t>
            </a:r>
            <a:endParaRPr lang="en-US" sz="1700" dirty="0"/>
          </a:p>
        </p:txBody>
      </p:sp>
      <p:sp>
        <p:nvSpPr>
          <p:cNvPr id="8" name="Rule 2 circle"/>
          <p:cNvSpPr/>
          <p:nvPr/>
        </p:nvSpPr>
        <p:spPr>
          <a:xfrm>
            <a:off x="6400800" y="30175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Rul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3159252"/>
            <a:ext cx="283464" cy="283464"/>
          </a:xfrm>
          <a:prstGeom prst="rect">
            <a:avLst/>
          </a:prstGeom>
        </p:spPr>
      </p:pic>
      <p:sp>
        <p:nvSpPr>
          <p:cNvPr id="10" name="Rule 2 text"/>
          <p:cNvSpPr txBox="1"/>
          <p:nvPr/>
        </p:nvSpPr>
        <p:spPr>
          <a:xfrm>
            <a:off x="7178040" y="2962656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Same item, same folder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Re-downloading overwrites in place. Nothing is ever duplicated.</a:t>
            </a:r>
            <a:endParaRPr lang="en-US" sz="1700" dirty="0"/>
          </a:p>
        </p:txBody>
      </p:sp>
      <p:sp>
        <p:nvSpPr>
          <p:cNvPr id="11" name="Rule 3 circle"/>
          <p:cNvSpPr/>
          <p:nvPr/>
        </p:nvSpPr>
        <p:spPr>
          <a:xfrm>
            <a:off x="6400800" y="44348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Rul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532" y="4576572"/>
            <a:ext cx="283464" cy="283464"/>
          </a:xfrm>
          <a:prstGeom prst="rect">
            <a:avLst/>
          </a:prstGeom>
        </p:spPr>
      </p:pic>
      <p:sp>
        <p:nvSpPr>
          <p:cNvPr id="13" name="Rule 3 text"/>
          <p:cNvSpPr txBox="1"/>
          <p:nvPr/>
        </p:nvSpPr>
        <p:spPr>
          <a:xfrm>
            <a:off x="7178040" y="4379976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One written spec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UTC times, explicit nulls, no secrets. All in localStorageFormats.md.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project skill makes every download follow the spec</a:t>
            </a:r>
            <a:endParaRPr lang="en-US" sz="3200" dirty="0"/>
          </a:p>
        </p:txBody>
      </p:sp>
      <p:sp>
        <p:nvSpPr>
          <p:cNvPr id="3" name="Skill step 1 circle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kill 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04772"/>
            <a:ext cx="283464" cy="283464"/>
          </a:xfrm>
          <a:prstGeom prst="rect">
            <a:avLst/>
          </a:prstGeom>
        </p:spPr>
      </p:pic>
      <p:sp>
        <p:nvSpPr>
          <p:cNvPr id="5" name="Skill step 1 text"/>
          <p:cNvSpPr txBox="1"/>
          <p:nvPr/>
        </p:nvSpPr>
        <p:spPr>
          <a:xfrm>
            <a:off x="1325880" y="1408176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Ask in plain English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"Download the emails I got today"</a:t>
            </a:r>
            <a:endParaRPr lang="en-US" sz="1700" dirty="0"/>
          </a:p>
        </p:txBody>
      </p:sp>
      <p:sp>
        <p:nvSpPr>
          <p:cNvPr id="6" name="Skill step 2 circle"/>
          <p:cNvSpPr/>
          <p:nvPr/>
        </p:nvSpPr>
        <p:spPr>
          <a:xfrm>
            <a:off x="548640" y="25786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Skill 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720340"/>
            <a:ext cx="283464" cy="283464"/>
          </a:xfrm>
          <a:prstGeom prst="rect">
            <a:avLst/>
          </a:prstGeom>
        </p:spPr>
      </p:pic>
      <p:sp>
        <p:nvSpPr>
          <p:cNvPr id="8" name="Skill step 2 text"/>
          <p:cNvSpPr txBox="1"/>
          <p:nvPr/>
        </p:nvSpPr>
        <p:spPr>
          <a:xfrm>
            <a:off x="1325880" y="2523744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SKILL.md guides Claude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Which MCP tools to call and which fields to fill</a:t>
            </a:r>
            <a:endParaRPr lang="en-US" sz="1700" dirty="0"/>
          </a:p>
        </p:txBody>
      </p:sp>
      <p:sp>
        <p:nvSpPr>
          <p:cNvPr id="9" name="Skill step 3 circle"/>
          <p:cNvSpPr/>
          <p:nvPr/>
        </p:nvSpPr>
        <p:spPr>
          <a:xfrm>
            <a:off x="548640" y="36941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kill 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835908"/>
            <a:ext cx="283464" cy="283464"/>
          </a:xfrm>
          <a:prstGeom prst="rect">
            <a:avLst/>
          </a:prstGeom>
        </p:spPr>
      </p:pic>
      <p:sp>
        <p:nvSpPr>
          <p:cNvPr id="11" name="Skill step 3 text"/>
          <p:cNvSpPr txBox="1"/>
          <p:nvPr/>
        </p:nvSpPr>
        <p:spPr>
          <a:xfrm>
            <a:off x="1325880" y="3639312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save_items.py writes the files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Derives names and times; rejects missing fields and secrets</a:t>
            </a:r>
            <a:endParaRPr lang="en-US" sz="1700" dirty="0"/>
          </a:p>
        </p:txBody>
      </p:sp>
      <p:sp>
        <p:nvSpPr>
          <p:cNvPr id="12" name="Skill step 4 circle"/>
          <p:cNvSpPr/>
          <p:nvPr/>
        </p:nvSpPr>
        <p:spPr>
          <a:xfrm>
            <a:off x="548640" y="4809744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Skill 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951476"/>
            <a:ext cx="283464" cy="283464"/>
          </a:xfrm>
          <a:prstGeom prst="rect">
            <a:avLst/>
          </a:prstGeom>
        </p:spPr>
      </p:pic>
      <p:sp>
        <p:nvSpPr>
          <p:cNvPr id="14" name="Skill step 4 text"/>
          <p:cNvSpPr txBox="1"/>
          <p:nvPr/>
        </p:nvSpPr>
        <p:spPr>
          <a:xfrm>
            <a:off x="1325880" y="4754880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validate_exports.py checks them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folder is checked against localStorageFormats.md</a:t>
            </a:r>
            <a:endParaRPr lang="en-US" sz="1700" dirty="0"/>
          </a:p>
        </p:txBody>
      </p:sp>
      <p:sp>
        <p:nvSpPr>
          <p:cNvPr id="15" name="Proof panel"/>
          <p:cNvSpPr/>
          <p:nvPr/>
        </p:nvSpPr>
        <p:spPr>
          <a:xfrm>
            <a:off x="7589520" y="1463040"/>
            <a:ext cx="4023360" cy="315468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6" name="Proof text"/>
          <p:cNvSpPr txBox="1"/>
          <p:nvPr/>
        </p:nvSpPr>
        <p:spPr>
          <a:xfrm>
            <a:off x="7909560" y="178308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Proven repeatable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After /clear, a fresh conversation downloaded more data in the identical format.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12 automated tests cover saving, re-downloading, rejected items, and tampered folders.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dashboard: one search box across every service</a:t>
            </a:r>
            <a:endParaRPr lang="en-US" sz="3200" dirty="0"/>
          </a:p>
        </p:txBody>
      </p:sp>
      <p:sp>
        <p:nvSpPr>
          <p:cNvPr id="3" name="Feature 1 circle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04772"/>
            <a:ext cx="283464" cy="283464"/>
          </a:xfrm>
          <a:prstGeom prst="rect">
            <a:avLst/>
          </a:prstGeom>
        </p:spPr>
      </p:pic>
      <p:sp>
        <p:nvSpPr>
          <p:cNvPr id="5" name="Feature 1 text"/>
          <p:cNvSpPr txBox="1"/>
          <p:nvPr/>
        </p:nvSpPr>
        <p:spPr>
          <a:xfrm>
            <a:off x="1325880" y="140817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Search everything at once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"Joe Smith" finds emails, repos, pages, and messages</a:t>
            </a:r>
            <a:endParaRPr lang="en-US" sz="1700" dirty="0"/>
          </a:p>
        </p:txBody>
      </p:sp>
      <p:sp>
        <p:nvSpPr>
          <p:cNvPr id="6" name="Feature 2 circle"/>
          <p:cNvSpPr/>
          <p:nvPr/>
        </p:nvSpPr>
        <p:spPr>
          <a:xfrm>
            <a:off x="548640" y="257860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720340"/>
            <a:ext cx="283464" cy="283464"/>
          </a:xfrm>
          <a:prstGeom prst="rect">
            <a:avLst/>
          </a:prstGeom>
        </p:spPr>
      </p:pic>
      <p:sp>
        <p:nvSpPr>
          <p:cNvPr id="8" name="Feature 2 text"/>
          <p:cNvSpPr txBox="1"/>
          <p:nvPr/>
        </p:nvSpPr>
        <p:spPr>
          <a:xfrm>
            <a:off x="1325880" y="252374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Pick one service or several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Filter chips show result counts per service</a:t>
            </a:r>
            <a:endParaRPr lang="en-US" sz="1700" dirty="0"/>
          </a:p>
        </p:txBody>
      </p:sp>
      <p:sp>
        <p:nvSpPr>
          <p:cNvPr id="9" name="Feature 3 circle"/>
          <p:cNvSpPr/>
          <p:nvPr/>
        </p:nvSpPr>
        <p:spPr>
          <a:xfrm>
            <a:off x="548640" y="36941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835908"/>
            <a:ext cx="283464" cy="283464"/>
          </a:xfrm>
          <a:prstGeom prst="rect">
            <a:avLst/>
          </a:prstGeom>
        </p:spPr>
      </p:pic>
      <p:sp>
        <p:nvSpPr>
          <p:cNvPr id="11" name="Feature 3 text"/>
          <p:cNvSpPr txBox="1"/>
          <p:nvPr/>
        </p:nvSpPr>
        <p:spPr>
          <a:xfrm>
            <a:off x="1325880" y="3639312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Full content and metadata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result is labelled with the service it came from</a:t>
            </a:r>
            <a:endParaRPr lang="en-US" sz="1700" dirty="0"/>
          </a:p>
        </p:txBody>
      </p:sp>
      <p:sp>
        <p:nvSpPr>
          <p:cNvPr id="12" name="Feature 4 circle"/>
          <p:cNvSpPr/>
          <p:nvPr/>
        </p:nvSpPr>
        <p:spPr>
          <a:xfrm>
            <a:off x="548640" y="4809744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951476"/>
            <a:ext cx="283464" cy="283464"/>
          </a:xfrm>
          <a:prstGeom prst="rect">
            <a:avLst/>
          </a:prstGeom>
        </p:spPr>
      </p:pic>
      <p:sp>
        <p:nvSpPr>
          <p:cNvPr id="14" name="Feature 4 text"/>
          <p:cNvSpPr txBox="1"/>
          <p:nvPr/>
        </p:nvSpPr>
        <p:spPr>
          <a:xfrm>
            <a:off x="1325880" y="47548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Runs locally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python3 dashboard/server.py, then open localhost:8000</a:t>
            </a:r>
            <a:endParaRPr lang="en-US" sz="1700" dirty="0"/>
          </a:p>
        </p:txBody>
      </p:sp>
      <p:sp>
        <p:nvSpPr>
          <p:cNvPr id="15" name="Dashboard screenshot slot"/>
          <p:cNvSpPr/>
          <p:nvPr/>
        </p:nvSpPr>
        <p:spPr>
          <a:xfrm>
            <a:off x="5989320" y="1417320"/>
            <a:ext cx="56235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pic>
        <p:nvPicPr>
          <p:cNvPr id="16" name="Dashboard screenshot slo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6780" y="2766060"/>
            <a:ext cx="548640" cy="548640"/>
          </a:xfrm>
          <a:prstGeom prst="rect">
            <a:avLst/>
          </a:prstGeom>
        </p:spPr>
      </p:pic>
      <p:sp>
        <p:nvSpPr>
          <p:cNvPr id="17" name="Dashboard screenshot slot label"/>
          <p:cNvSpPr txBox="1"/>
          <p:nvPr/>
        </p:nvSpPr>
        <p:spPr>
          <a:xfrm>
            <a:off x="6263640" y="345186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Screenshot: dashboard searching all services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Insert → Pictures, then size the image to this box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Gmail: test content vs. the dashboard</a:t>
            </a:r>
            <a:endParaRPr lang="en-US" sz="3200" dirty="0"/>
          </a:p>
        </p:txBody>
      </p:sp>
      <p:sp>
        <p:nvSpPr>
          <p:cNvPr id="3" name="Gmail circle"/>
          <p:cNvSpPr/>
          <p:nvPr/>
        </p:nvSpPr>
        <p:spPr>
          <a:xfrm>
            <a:off x="548640" y="126187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Gmai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76172"/>
            <a:ext cx="228600" cy="2286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1143000" y="12618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same item, in the original service and after download</a:t>
            </a:r>
            <a:endParaRPr lang="en-US" sz="1600" dirty="0"/>
          </a:p>
        </p:txBody>
      </p:sp>
      <p:sp>
        <p:nvSpPr>
          <p:cNvPr id="6" name="Gmail original slot"/>
          <p:cNvSpPr/>
          <p:nvPr/>
        </p:nvSpPr>
        <p:spPr>
          <a:xfrm>
            <a:off x="548640" y="192024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pic>
        <p:nvPicPr>
          <p:cNvPr id="7" name="Gmail original slo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60" y="3154680"/>
            <a:ext cx="548640" cy="548640"/>
          </a:xfrm>
          <a:prstGeom prst="rect">
            <a:avLst/>
          </a:prstGeom>
        </p:spPr>
      </p:pic>
      <p:sp>
        <p:nvSpPr>
          <p:cNvPr id="8" name="Gmail original slot label"/>
          <p:cNvSpPr txBox="1"/>
          <p:nvPr/>
        </p:nvSpPr>
        <p:spPr>
          <a:xfrm>
            <a:off x="822960" y="3840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Screenshot: item in Gmail (test account)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Insert → Pictures, then size the image to this box</a:t>
            </a:r>
            <a:endParaRPr lang="en-US" sz="1600" dirty="0"/>
          </a:p>
        </p:txBody>
      </p:sp>
      <p:sp>
        <p:nvSpPr>
          <p:cNvPr id="9" name="Gmail dashboard slot"/>
          <p:cNvSpPr/>
          <p:nvPr/>
        </p:nvSpPr>
        <p:spPr>
          <a:xfrm>
            <a:off x="6172200" y="192024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pic>
        <p:nvPicPr>
          <p:cNvPr id="10" name="Gmail dashboard slo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3154680"/>
            <a:ext cx="548640" cy="548640"/>
          </a:xfrm>
          <a:prstGeom prst="rect">
            <a:avLst/>
          </a:prstGeom>
        </p:spPr>
      </p:pic>
      <p:sp>
        <p:nvSpPr>
          <p:cNvPr id="11" name="Gmail dashboard slot label"/>
          <p:cNvSpPr txBox="1"/>
          <p:nvPr/>
        </p:nvSpPr>
        <p:spPr>
          <a:xfrm>
            <a:off x="6446520" y="3840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Screenshot: same item in the 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Insert → Pictures, then size the image to this box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GitHub: test content vs. the dashboard</a:t>
            </a:r>
            <a:endParaRPr lang="en-US" sz="3200" dirty="0"/>
          </a:p>
        </p:txBody>
      </p:sp>
      <p:sp>
        <p:nvSpPr>
          <p:cNvPr id="3" name="GitHub circle"/>
          <p:cNvSpPr/>
          <p:nvPr/>
        </p:nvSpPr>
        <p:spPr>
          <a:xfrm>
            <a:off x="548640" y="126187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GitHub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76172"/>
            <a:ext cx="228600" cy="2286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1143000" y="12618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same item, in the original service and after download</a:t>
            </a:r>
            <a:endParaRPr lang="en-US" sz="1600" dirty="0"/>
          </a:p>
        </p:txBody>
      </p:sp>
      <p:sp>
        <p:nvSpPr>
          <p:cNvPr id="6" name="GitHub original slot"/>
          <p:cNvSpPr/>
          <p:nvPr/>
        </p:nvSpPr>
        <p:spPr>
          <a:xfrm>
            <a:off x="548640" y="192024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pic>
        <p:nvPicPr>
          <p:cNvPr id="7" name="GitHub original slo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60" y="3154680"/>
            <a:ext cx="548640" cy="548640"/>
          </a:xfrm>
          <a:prstGeom prst="rect">
            <a:avLst/>
          </a:prstGeom>
        </p:spPr>
      </p:pic>
      <p:sp>
        <p:nvSpPr>
          <p:cNvPr id="8" name="GitHub original slot label"/>
          <p:cNvSpPr txBox="1"/>
          <p:nvPr/>
        </p:nvSpPr>
        <p:spPr>
          <a:xfrm>
            <a:off x="822960" y="3840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Screenshot: item in GitHub (test account)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Insert → Pictures, then size the image to this box</a:t>
            </a:r>
            <a:endParaRPr lang="en-US" sz="1600" dirty="0"/>
          </a:p>
        </p:txBody>
      </p:sp>
      <p:sp>
        <p:nvSpPr>
          <p:cNvPr id="9" name="GitHub dashboard slot"/>
          <p:cNvSpPr/>
          <p:nvPr/>
        </p:nvSpPr>
        <p:spPr>
          <a:xfrm>
            <a:off x="6172200" y="192024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pic>
        <p:nvPicPr>
          <p:cNvPr id="10" name="GitHub dashboard slo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3154680"/>
            <a:ext cx="548640" cy="548640"/>
          </a:xfrm>
          <a:prstGeom prst="rect">
            <a:avLst/>
          </a:prstGeom>
        </p:spPr>
      </p:pic>
      <p:sp>
        <p:nvSpPr>
          <p:cNvPr id="11" name="GitHub dashboard slot label"/>
          <p:cNvSpPr txBox="1"/>
          <p:nvPr/>
        </p:nvSpPr>
        <p:spPr>
          <a:xfrm>
            <a:off x="6446520" y="3840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Screenshot: same item in the 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Insert → Pictures, then size the image to this box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Notion: test content vs. the dashboard</a:t>
            </a:r>
            <a:endParaRPr lang="en-US" sz="3200" dirty="0"/>
          </a:p>
        </p:txBody>
      </p:sp>
      <p:sp>
        <p:nvSpPr>
          <p:cNvPr id="3" name="Notion circle"/>
          <p:cNvSpPr/>
          <p:nvPr/>
        </p:nvSpPr>
        <p:spPr>
          <a:xfrm>
            <a:off x="548640" y="126187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" name="No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76172"/>
            <a:ext cx="228600" cy="2286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1143000" y="12618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same item, in the original service and after download</a:t>
            </a:r>
            <a:endParaRPr lang="en-US" sz="1600" dirty="0"/>
          </a:p>
        </p:txBody>
      </p:sp>
      <p:sp>
        <p:nvSpPr>
          <p:cNvPr id="6" name="Notion original slot"/>
          <p:cNvSpPr/>
          <p:nvPr/>
        </p:nvSpPr>
        <p:spPr>
          <a:xfrm>
            <a:off x="548640" y="192024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pic>
        <p:nvPicPr>
          <p:cNvPr id="7" name="Notion original slo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60" y="3154680"/>
            <a:ext cx="548640" cy="548640"/>
          </a:xfrm>
          <a:prstGeom prst="rect">
            <a:avLst/>
          </a:prstGeom>
        </p:spPr>
      </p:pic>
      <p:sp>
        <p:nvSpPr>
          <p:cNvPr id="8" name="Notion original slot label"/>
          <p:cNvSpPr txBox="1"/>
          <p:nvPr/>
        </p:nvSpPr>
        <p:spPr>
          <a:xfrm>
            <a:off x="822960" y="3840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Screenshot: item in Notion (test account)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Insert → Pictures, then size the image to this box</a:t>
            </a:r>
            <a:endParaRPr lang="en-US" sz="1600" dirty="0"/>
          </a:p>
        </p:txBody>
      </p:sp>
      <p:sp>
        <p:nvSpPr>
          <p:cNvPr id="9" name="Notion dashboard slot"/>
          <p:cNvSpPr/>
          <p:nvPr/>
        </p:nvSpPr>
        <p:spPr>
          <a:xfrm>
            <a:off x="6172200" y="192024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pic>
        <p:nvPicPr>
          <p:cNvPr id="10" name="Notion dashboard slo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3154680"/>
            <a:ext cx="548640" cy="548640"/>
          </a:xfrm>
          <a:prstGeom prst="rect">
            <a:avLst/>
          </a:prstGeom>
        </p:spPr>
      </p:pic>
      <p:sp>
        <p:nvSpPr>
          <p:cNvPr id="11" name="Notion dashboard slot label"/>
          <p:cNvSpPr txBox="1"/>
          <p:nvPr/>
        </p:nvSpPr>
        <p:spPr>
          <a:xfrm>
            <a:off x="6446520" y="3840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Screenshot: same item in the 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Insert → Pictures, then size the image to this box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Slack: test content vs. the dashboard</a:t>
            </a:r>
            <a:endParaRPr lang="en-US" sz="3200" dirty="0"/>
          </a:p>
        </p:txBody>
      </p:sp>
      <p:sp>
        <p:nvSpPr>
          <p:cNvPr id="3" name="Slack circle"/>
          <p:cNvSpPr/>
          <p:nvPr/>
        </p:nvSpPr>
        <p:spPr>
          <a:xfrm>
            <a:off x="548640" y="126187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Slac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76172"/>
            <a:ext cx="228600" cy="228600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1143000" y="12618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same item, in the original service and after download</a:t>
            </a:r>
            <a:endParaRPr lang="en-US" sz="1600" dirty="0"/>
          </a:p>
        </p:txBody>
      </p:sp>
      <p:sp>
        <p:nvSpPr>
          <p:cNvPr id="6" name="Slack original slot"/>
          <p:cNvSpPr/>
          <p:nvPr/>
        </p:nvSpPr>
        <p:spPr>
          <a:xfrm>
            <a:off x="548640" y="192024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pic>
        <p:nvPicPr>
          <p:cNvPr id="7" name="Slack original slo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660" y="3154680"/>
            <a:ext cx="548640" cy="548640"/>
          </a:xfrm>
          <a:prstGeom prst="rect">
            <a:avLst/>
          </a:prstGeom>
        </p:spPr>
      </p:pic>
      <p:sp>
        <p:nvSpPr>
          <p:cNvPr id="8" name="Slack original slot label"/>
          <p:cNvSpPr txBox="1"/>
          <p:nvPr/>
        </p:nvSpPr>
        <p:spPr>
          <a:xfrm>
            <a:off x="822960" y="3840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Screenshot: item in Slack (test account)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Insert → Pictures, then size the image to this box</a:t>
            </a:r>
            <a:endParaRPr lang="en-US" sz="1600" dirty="0"/>
          </a:p>
        </p:txBody>
      </p:sp>
      <p:sp>
        <p:nvSpPr>
          <p:cNvPr id="9" name="Slack dashboard slot"/>
          <p:cNvSpPr/>
          <p:nvPr/>
        </p:nvSpPr>
        <p:spPr>
          <a:xfrm>
            <a:off x="6172200" y="192024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5875">
            <a:solidFill>
              <a:schemeClr val="tx2"/>
            </a:solidFill>
            <a:prstDash val="dash"/>
          </a:ln>
        </p:spPr>
      </p:sp>
      <p:pic>
        <p:nvPicPr>
          <p:cNvPr id="10" name="Slack dashboard slo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3154680"/>
            <a:ext cx="548640" cy="548640"/>
          </a:xfrm>
          <a:prstGeom prst="rect">
            <a:avLst/>
          </a:prstGeom>
        </p:spPr>
      </p:pic>
      <p:sp>
        <p:nvSpPr>
          <p:cNvPr id="11" name="Slack dashboard slot label"/>
          <p:cNvSpPr txBox="1"/>
          <p:nvPr/>
        </p:nvSpPr>
        <p:spPr>
          <a:xfrm>
            <a:off x="6446520" y="3840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Screenshot: same item in the dashboard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Insert → Pictures, then size the image to this box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Security: no secrets, test accounts, local only</a:t>
            </a:r>
            <a:endParaRPr lang="en-US" sz="3200" dirty="0"/>
          </a:p>
        </p:txBody>
      </p:sp>
      <p:sp>
        <p:nvSpPr>
          <p:cNvPr id="3" name="Security card 1"/>
          <p:cNvSpPr/>
          <p:nvPr/>
        </p:nvSpPr>
        <p:spPr>
          <a:xfrm>
            <a:off x="548640" y="1600200"/>
            <a:ext cx="5440680" cy="16002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Security 1 circle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Securit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061972"/>
            <a:ext cx="283464" cy="283464"/>
          </a:xfrm>
          <a:prstGeom prst="rect">
            <a:avLst/>
          </a:prstGeom>
        </p:spPr>
      </p:pic>
      <p:sp>
        <p:nvSpPr>
          <p:cNvPr id="6" name="Security 1 text"/>
          <p:cNvSpPr txBox="1"/>
          <p:nvPr/>
        </p:nvSpPr>
        <p:spPr>
          <a:xfrm>
            <a:off x="1645920" y="186537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secrets in the repo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.mcp.json uses OAuth and ${GITHUB_PAT}; .gitignore blocks .env and key files; the scripts refuse anything that looks like a token.</a:t>
            </a:r>
            <a:endParaRPr lang="en-US" sz="1700" dirty="0"/>
          </a:p>
        </p:txBody>
      </p:sp>
      <p:sp>
        <p:nvSpPr>
          <p:cNvPr id="7" name="Security card 2"/>
          <p:cNvSpPr/>
          <p:nvPr/>
        </p:nvSpPr>
        <p:spPr>
          <a:xfrm>
            <a:off x="6172200" y="1600200"/>
            <a:ext cx="5440680" cy="16002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Security 2 circle"/>
          <p:cNvSpPr/>
          <p:nvPr/>
        </p:nvSpPr>
        <p:spPr>
          <a:xfrm>
            <a:off x="6492240" y="192024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9" name="Securit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972" y="2061972"/>
            <a:ext cx="283464" cy="283464"/>
          </a:xfrm>
          <a:prstGeom prst="rect">
            <a:avLst/>
          </a:prstGeom>
        </p:spPr>
      </p:pic>
      <p:sp>
        <p:nvSpPr>
          <p:cNvPr id="10" name="Security 2 text"/>
          <p:cNvSpPr txBox="1"/>
          <p:nvPr/>
        </p:nvSpPr>
        <p:spPr>
          <a:xfrm>
            <a:off x="7269480" y="186537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Test accounts only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repo is public, so it only contains data from throwaway accounts.</a:t>
            </a:r>
            <a:endParaRPr lang="en-US" sz="1700" dirty="0"/>
          </a:p>
        </p:txBody>
      </p:sp>
      <p:sp>
        <p:nvSpPr>
          <p:cNvPr id="11" name="Security card 3"/>
          <p:cNvSpPr/>
          <p:nvPr/>
        </p:nvSpPr>
        <p:spPr>
          <a:xfrm>
            <a:off x="548640" y="3429000"/>
            <a:ext cx="5440680" cy="16002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Security 3 circle"/>
          <p:cNvSpPr/>
          <p:nvPr/>
        </p:nvSpPr>
        <p:spPr>
          <a:xfrm>
            <a:off x="868680" y="374904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Securit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890772"/>
            <a:ext cx="283464" cy="283464"/>
          </a:xfrm>
          <a:prstGeom prst="rect">
            <a:avLst/>
          </a:prstGeom>
        </p:spPr>
      </p:pic>
      <p:sp>
        <p:nvSpPr>
          <p:cNvPr id="14" name="Security 3 text"/>
          <p:cNvSpPr txBox="1"/>
          <p:nvPr/>
        </p:nvSpPr>
        <p:spPr>
          <a:xfrm>
            <a:off x="1645920" y="369417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Local only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dashboard listens on 127.0.0.1 and serves only its own four files.</a:t>
            </a:r>
            <a:endParaRPr lang="en-US" sz="1700" dirty="0"/>
          </a:p>
        </p:txBody>
      </p:sp>
      <p:sp>
        <p:nvSpPr>
          <p:cNvPr id="15" name="Security card 4"/>
          <p:cNvSpPr/>
          <p:nvPr/>
        </p:nvSpPr>
        <p:spPr>
          <a:xfrm>
            <a:off x="6172200" y="3429000"/>
            <a:ext cx="5440680" cy="160020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6" name="Security 4 circle"/>
          <p:cNvSpPr/>
          <p:nvPr/>
        </p:nvSpPr>
        <p:spPr>
          <a:xfrm>
            <a:off x="6492240" y="3749040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7" name="Security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3890772"/>
            <a:ext cx="283464" cy="283464"/>
          </a:xfrm>
          <a:prstGeom prst="rect">
            <a:avLst/>
          </a:prstGeom>
        </p:spPr>
      </p:pic>
      <p:sp>
        <p:nvSpPr>
          <p:cNvPr id="18" name="Security 4 text"/>
          <p:cNvSpPr txBox="1"/>
          <p:nvPr/>
        </p:nvSpPr>
        <p:spPr>
          <a:xfrm>
            <a:off x="7269480" y="369417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Untrusted content stays text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Emails and messages are never rendered as HTML, so a malicious email can't run code.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Demo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Log in to a service → download through Claude Code → search the dashboard</a:t>
            </a:r>
            <a:endParaRPr lang="en-US" sz="2000" dirty="0"/>
          </a:p>
        </p:txBody>
      </p:sp>
      <p:sp>
        <p:nvSpPr>
          <p:cNvPr id="4" name="Video circle"/>
          <p:cNvSpPr/>
          <p:nvPr/>
        </p:nvSpPr>
        <p:spPr>
          <a:xfrm>
            <a:off x="731520" y="4206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Vide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4347972"/>
            <a:ext cx="283464" cy="283464"/>
          </a:xfrm>
          <a:prstGeom prst="rect">
            <a:avLst/>
          </a:prstGeom>
        </p:spPr>
      </p:pic>
      <p:sp>
        <p:nvSpPr>
          <p:cNvPr id="6" name="Demo links"/>
          <p:cNvSpPr txBox="1"/>
          <p:nvPr/>
        </p:nvSpPr>
        <p:spPr>
          <a:xfrm>
            <a:off x="1508760" y="4151376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Demo video (3 minutes or less) in presentation/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github.com/NoahBeitler/third-party-services-dashboard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rvices Dashboard">
  <a:themeElements>
    <a:clrScheme name="Services Dashboard">
      <a:dk1>
        <a:srgbClr val="1D1F2B"/>
      </a:dk1>
      <a:lt1>
        <a:srgbClr val="FFFFFF"/>
      </a:lt1>
      <a:dk2>
        <a:srgbClr val="5B6170"/>
      </a:dk2>
      <a:lt2>
        <a:srgbClr val="EEF0F4"/>
      </a:lt2>
      <a:accent1>
        <a:srgbClr val="6C3FD1"/>
      </a:accent1>
      <a:accent2>
        <a:srgbClr val="C5221F"/>
      </a:accent2>
      <a:accent3>
        <a:srgbClr val="2F81F7"/>
      </a:accent3>
      <a:accent4>
        <a:srgbClr val="37352F"/>
      </a:accent4>
      <a:accent5>
        <a:srgbClr val="611F69"/>
      </a:accent5>
      <a:accent6>
        <a:srgbClr val="1F9D8B"/>
      </a:accent6>
      <a:hlink>
        <a:srgbClr val="6C3FD1"/>
      </a:hlink>
      <a:folHlink>
        <a:srgbClr val="4B2C99"/>
      </a:folHlink>
    </a:clrScheme>
    <a:fontScheme name="Services Dashbo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Third-Party Services Dashboard</dc:title>
  <dc:subject>PptxGenJS Presentation</dc:subject>
  <dc:creator>Noah Beitler</dc:creator>
  <cp:lastModifiedBy>Noah Beitler</cp:lastModifiedBy>
  <cp:revision>1</cp:revision>
  <dcterms:created xsi:type="dcterms:W3CDTF">2026-10-19T15:27:27Z</dcterms:created>
  <dcterms:modified xsi:type="dcterms:W3CDTF">2026-10-19T15:27:27Z</dcterms:modified>
</cp:coreProperties>
</file>